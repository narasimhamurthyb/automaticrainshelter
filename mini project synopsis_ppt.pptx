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18288000" cy="10287000"/>
  <p:notesSz cx="6858000" cy="9144000"/>
  <p:embeddedFontLst>
    <p:embeddedFont>
      <p:font typeface="DM Sans" panose="020B0604020202020204" charset="0"/>
      <p:regular r:id="rId14"/>
      <p:bold r:id="rId15"/>
      <p:italic r:id="rId16"/>
      <p:boldItalic r:id="rId17"/>
    </p:embeddedFont>
    <p:embeddedFont>
      <p:font typeface="Cormorant Garamond Bold Italics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DM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70CE3-34BA-4EB5-9FD3-BD8B396F4225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28E20-6387-4071-97BF-64C842122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5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28E20-6387-4071-97BF-64C84212274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71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318450"/>
            <a:ext cx="2143125" cy="214312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374349"/>
            <a:ext cx="2143125" cy="2143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81400" y="342900"/>
            <a:ext cx="1150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DAYANANDA SAGAR ACADEMY OF TECHNOLOGY AND MANAGEMENT</a:t>
            </a:r>
            <a:endParaRPr lang="en-IN" sz="6000" dirty="0"/>
          </a:p>
        </p:txBody>
      </p:sp>
      <p:sp>
        <p:nvSpPr>
          <p:cNvPr id="7" name="TextBox 6"/>
          <p:cNvSpPr txBox="1"/>
          <p:nvPr/>
        </p:nvSpPr>
        <p:spPr>
          <a:xfrm>
            <a:off x="1981200" y="2933700"/>
            <a:ext cx="17383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DEPARTMENT OF ELECTRONICS AND </a:t>
            </a:r>
            <a:r>
              <a:rPr lang="en-US" sz="3600" dirty="0">
                <a:solidFill>
                  <a:srgbClr val="FF0000"/>
                </a:solidFill>
              </a:rPr>
              <a:t>COMMUNICATION ENGINEERING</a:t>
            </a:r>
            <a:endParaRPr lang="en-IN" sz="3600" dirty="0">
              <a:solidFill>
                <a:srgbClr val="FF0000"/>
              </a:solidFill>
            </a:endParaRPr>
          </a:p>
          <a:p>
            <a:r>
              <a:rPr lang="en-US" sz="3600" dirty="0" smtClean="0">
                <a:solidFill>
                  <a:srgbClr val="FF0000"/>
                </a:solidFill>
              </a:rPr>
              <a:t>    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4381500"/>
            <a:ext cx="17678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TITLE :- AUTOMATIC RAIN </a:t>
            </a:r>
            <a:r>
              <a:rPr lang="en-US" sz="6000" dirty="0" smtClean="0"/>
              <a:t>SHELTER</a:t>
            </a:r>
            <a:endParaRPr lang="en-IN" sz="6000" dirty="0">
              <a:solidFill>
                <a:srgbClr val="FF0000"/>
              </a:solidFill>
            </a:endParaRPr>
          </a:p>
          <a:p>
            <a:endParaRPr lang="en-US" sz="6000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6815657"/>
            <a:ext cx="8001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Under Guidance of,</a:t>
            </a:r>
          </a:p>
          <a:p>
            <a:r>
              <a:rPr lang="en-US" sz="4000" b="1" dirty="0" smtClean="0"/>
              <a:t>Dr. </a:t>
            </a:r>
            <a:r>
              <a:rPr lang="en-US" sz="4000" b="1" dirty="0" err="1" smtClean="0"/>
              <a:t>Siddalingappagouda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Biradar</a:t>
            </a:r>
            <a:endParaRPr lang="en-US" sz="4000" b="1" dirty="0" smtClean="0"/>
          </a:p>
          <a:p>
            <a:r>
              <a:rPr lang="en-US" sz="4000" dirty="0" smtClean="0"/>
              <a:t>Assistant Professor </a:t>
            </a:r>
          </a:p>
          <a:p>
            <a:r>
              <a:rPr lang="en-US" sz="4000" dirty="0" smtClean="0"/>
              <a:t>Dept. of ECE</a:t>
            </a:r>
          </a:p>
          <a:p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8915400" y="6819900"/>
            <a:ext cx="112109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Presented By,</a:t>
            </a:r>
          </a:p>
          <a:p>
            <a:r>
              <a:rPr lang="en-US" sz="4000" dirty="0" err="1" smtClean="0"/>
              <a:t>Narasimhamurthy</a:t>
            </a:r>
            <a:r>
              <a:rPr lang="en-US" sz="4000" dirty="0" smtClean="0"/>
              <a:t> B     </a:t>
            </a:r>
            <a:r>
              <a:rPr lang="en-US" sz="4000" dirty="0" smtClean="0"/>
              <a:t>[1DT22EC062]</a:t>
            </a:r>
            <a:endParaRPr lang="en-US" sz="4000" dirty="0"/>
          </a:p>
          <a:p>
            <a:r>
              <a:rPr lang="en-US" sz="4000" dirty="0" err="1"/>
              <a:t>Shreeshail</a:t>
            </a:r>
            <a:r>
              <a:rPr lang="en-US" sz="4000" dirty="0"/>
              <a:t> </a:t>
            </a:r>
            <a:r>
              <a:rPr lang="en-US" sz="4000" dirty="0" err="1" smtClean="0"/>
              <a:t>Malibiradar</a:t>
            </a:r>
            <a:r>
              <a:rPr lang="en-US" sz="4000" dirty="0" smtClean="0"/>
              <a:t> [1DT22EC091</a:t>
            </a:r>
            <a:r>
              <a:rPr lang="en-US" sz="4000" dirty="0" smtClean="0"/>
              <a:t>]</a:t>
            </a:r>
            <a:endParaRPr lang="en-US" sz="4000" dirty="0" smtClean="0"/>
          </a:p>
          <a:p>
            <a:r>
              <a:rPr lang="en-US" sz="4000" dirty="0" err="1" smtClean="0"/>
              <a:t>Muttanna</a:t>
            </a:r>
            <a:r>
              <a:rPr lang="en-US" sz="4000" dirty="0" smtClean="0"/>
              <a:t>                       [1DT22EC060]</a:t>
            </a:r>
          </a:p>
          <a:p>
            <a:r>
              <a:rPr lang="en-US" sz="4000" dirty="0" smtClean="0"/>
              <a:t>Sanjay Patel B C             [1DT22EC083]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40203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71600" y="1866900"/>
            <a:ext cx="16230600" cy="1056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30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  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Outline</a:t>
            </a:r>
            <a:endParaRPr lang="en-US" sz="6000" b="1" dirty="0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00200" y="3033439"/>
            <a:ext cx="6063847" cy="6572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Abstract</a:t>
            </a:r>
            <a:endParaRPr lang="en-US" sz="3600" spc="244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Problem statement</a:t>
            </a:r>
          </a:p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Objectives</a:t>
            </a:r>
          </a:p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methodology</a:t>
            </a:r>
          </a:p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Expected Results</a:t>
            </a:r>
          </a:p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Applications</a:t>
            </a:r>
          </a:p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Conclusion</a:t>
            </a:r>
          </a:p>
          <a:p>
            <a:pPr marL="878383" lvl="1" indent="-439192" algn="l">
              <a:lnSpc>
                <a:spcPct val="150000"/>
              </a:lnSpc>
              <a:buAutoNum type="arabicPeriod"/>
            </a:pPr>
            <a:r>
              <a:rPr lang="en-US" sz="3600" spc="244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Reference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1506096"/>
            <a:ext cx="16497300" cy="12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0746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                                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Abstract</a:t>
            </a:r>
            <a:endParaRPr lang="en-US" sz="6000" b="1" dirty="0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3353463"/>
            <a:ext cx="17525999" cy="886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14436" lvl="1" indent="-307218" algn="just">
              <a:buFont typeface="Arial"/>
              <a:buChar char="•"/>
            </a:pP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Automatic </a:t>
            </a:r>
            <a:r>
              <a:rPr lang="en-US" sz="3600" spc="17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Rain Shelter stands out as a revolutionary solution for weather </a:t>
            </a: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unpredictability</a:t>
            </a:r>
          </a:p>
          <a:p>
            <a:pPr marL="614436" lvl="1" indent="-307218" algn="just">
              <a:buFont typeface="Arial"/>
              <a:buChar char="•"/>
            </a:pPr>
            <a:r>
              <a:rPr lang="en-US" sz="3600" spc="183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This rain shelter offers a seamless user experience by automatically deploying when rain is </a:t>
            </a:r>
            <a:r>
              <a:rPr lang="en-US" sz="3600" spc="183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detected</a:t>
            </a:r>
          </a:p>
          <a:p>
            <a:pPr marL="614436" lvl="1" indent="-307218" algn="just">
              <a:buFont typeface="Arial"/>
              <a:buChar char="•"/>
            </a:pPr>
            <a:r>
              <a:rPr lang="en-US" sz="3600" spc="183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Due </a:t>
            </a:r>
            <a:r>
              <a:rPr lang="en-US" sz="3600" spc="183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to rain in the urban area facing many problems like </a:t>
            </a:r>
            <a:r>
              <a:rPr lang="en-US" sz="3600" spc="183" dirty="0" err="1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vehical</a:t>
            </a:r>
            <a:r>
              <a:rPr lang="en-US" sz="3600" spc="183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damage and crop damage through a rain shelter we can protect. </a:t>
            </a:r>
            <a:endParaRPr lang="en-US" sz="3600" spc="183" dirty="0" smtClean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r>
              <a:rPr lang="en-US" sz="3600" spc="183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This proposal introduces an innovative automatic rain shelter designed to provide quick and reliable coverage </a:t>
            </a:r>
            <a:endParaRPr lang="en-US" sz="3600" spc="183" dirty="0" smtClean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Utilizing </a:t>
            </a:r>
            <a:r>
              <a:rPr lang="en-US" sz="3600" spc="17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advanced materials for lightweight </a:t>
            </a: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durability</a:t>
            </a:r>
          </a:p>
          <a:p>
            <a:pPr marL="614436" lvl="1" indent="-307218" algn="just">
              <a:buFont typeface="Arial"/>
              <a:buChar char="•"/>
            </a:pP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User-friendly interfaces </a:t>
            </a:r>
            <a:r>
              <a:rPr lang="en-US" sz="3600" spc="17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allow for manual control.</a:t>
            </a:r>
            <a:endParaRPr lang="en-US" sz="3600" spc="183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endParaRPr lang="en-US" sz="3600" spc="183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endParaRPr lang="en-US" sz="3600" spc="183" dirty="0" smtClean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endParaRPr lang="en-US" sz="3600" spc="183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endParaRPr lang="en-US" sz="3600" spc="170" dirty="0" smtClean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endParaRPr lang="en-US" sz="3600" spc="183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14436" lvl="1" indent="-307218" algn="just">
              <a:buFont typeface="Arial"/>
              <a:buChar char="•"/>
            </a:pPr>
            <a:endParaRPr lang="en-US" sz="3600" spc="17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567003" y="436353"/>
            <a:ext cx="17510327" cy="1056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Problem Statement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567003" y="1943100"/>
            <a:ext cx="16044597" cy="7495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14436" lvl="1" indent="-307218" algn="just">
              <a:lnSpc>
                <a:spcPct val="150000"/>
              </a:lnSpc>
              <a:buFont typeface="Arial"/>
              <a:buChar char="•"/>
            </a:pP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Design </a:t>
            </a:r>
            <a:r>
              <a:rPr lang="en-US" sz="3600" spc="17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 automatic rain shelter system that detects rainfall and autonomously opens a retractable roof to protect outdoor areas, retracting once the rain </a:t>
            </a: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stops.</a:t>
            </a:r>
          </a:p>
          <a:p>
            <a:pPr marL="614436" lvl="1" indent="-307218" algn="just">
              <a:lnSpc>
                <a:spcPct val="150000"/>
              </a:lnSpc>
              <a:buFont typeface="Arial"/>
              <a:buChar char="•"/>
            </a:pP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Create </a:t>
            </a:r>
            <a:r>
              <a:rPr lang="en-US" sz="3600" spc="17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 automated rain shelter system for residential patios that deploys a cover to shield outdoor furniture during rain, integrating with smart home systems for </a:t>
            </a: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remote</a:t>
            </a:r>
          </a:p>
          <a:p>
            <a:pPr marL="614436" lvl="1" indent="-307218" algn="just">
              <a:lnSpc>
                <a:spcPct val="150000"/>
              </a:lnSpc>
              <a:buFont typeface="Arial"/>
              <a:buChar char="•"/>
            </a:pP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Develop </a:t>
            </a:r>
            <a:r>
              <a:rPr lang="en-US" sz="3600" spc="17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 rain-sensitive shelter for public transportation stops that offers immediate protection to waiting passengers and adjusts based on rainfall intensity</a:t>
            </a:r>
            <a:r>
              <a:rPr lang="en-US" sz="3600" spc="17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76400" y="2120577"/>
            <a:ext cx="15183795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1829" lvl="1" indent="-440914">
              <a:buFont typeface="Arial"/>
              <a:buChar char="•"/>
            </a:pPr>
            <a:r>
              <a:rPr lang="en-US" sz="3600" b="1" spc="245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Aim:</a:t>
            </a:r>
            <a:r>
              <a:rPr lang="en-US" sz="3600" spc="245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The aim of the project is to develop a automatic rain shelter</a:t>
            </a:r>
          </a:p>
          <a:p>
            <a:pPr marL="440915" lvl="1" algn="l"/>
            <a:endParaRPr lang="en-US" sz="3600" spc="245" dirty="0" smtClean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440915" lvl="1" algn="l"/>
            <a:r>
              <a:rPr lang="en-US" sz="3600" b="1" spc="245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Objectives:</a:t>
            </a:r>
            <a:endParaRPr lang="en-US" sz="3600" b="1" spc="245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81829" lvl="1" indent="-440914" algn="l">
              <a:buFont typeface="Arial"/>
              <a:buChar char="•"/>
            </a:pPr>
            <a:r>
              <a:rPr lang="en-US" sz="3600" spc="245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Design </a:t>
            </a:r>
            <a:r>
              <a:rPr lang="en-US" sz="3600" spc="245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 automatic rain shelter </a:t>
            </a:r>
            <a:r>
              <a:rPr lang="en-US" sz="3600" spc="245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system</a:t>
            </a:r>
          </a:p>
          <a:p>
            <a:pPr marL="881829" lvl="1" indent="-440914" algn="l">
              <a:buFont typeface="Arial"/>
              <a:buChar char="•"/>
            </a:pPr>
            <a:endParaRPr lang="en-US" sz="3600" spc="245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81829" lvl="1" indent="-440914" algn="l">
              <a:buFont typeface="Arial"/>
              <a:buChar char="•"/>
            </a:pPr>
            <a:r>
              <a:rPr lang="en-US" sz="3600" spc="245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Utilize sensors and microcontrollers for efficient operation</a:t>
            </a:r>
          </a:p>
          <a:p>
            <a:pPr marL="881829" lvl="1" indent="-440914" algn="l">
              <a:buFont typeface="Arial"/>
              <a:buChar char="•"/>
            </a:pPr>
            <a:endParaRPr lang="en-US" sz="3600" spc="245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81829" lvl="1" indent="-440914" algn="l">
              <a:buFont typeface="Arial"/>
              <a:buChar char="•"/>
            </a:pPr>
            <a:r>
              <a:rPr lang="en-US" sz="3600" spc="245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Minimize user intervention</a:t>
            </a:r>
          </a:p>
          <a:p>
            <a:pPr marL="881829" lvl="1" indent="-440914" algn="l">
              <a:buFont typeface="Arial"/>
              <a:buChar char="•"/>
            </a:pPr>
            <a:endParaRPr lang="en-US" sz="3600" spc="245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81829" lvl="1" indent="-440914" algn="l">
              <a:buFont typeface="Arial"/>
              <a:buChar char="•"/>
            </a:pPr>
            <a:r>
              <a:rPr lang="en-US" sz="3600" spc="245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Enhance safety and convenience</a:t>
            </a:r>
          </a:p>
          <a:p>
            <a:pPr marL="881829" lvl="1" indent="-440914" algn="l">
              <a:buFont typeface="Arial"/>
              <a:buChar char="•"/>
            </a:pPr>
            <a:endParaRPr lang="en-US" sz="3600" spc="245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81829" lvl="1" indent="-440914" algn="l">
              <a:buFont typeface="Arial"/>
              <a:buChar char="•"/>
            </a:pPr>
            <a:r>
              <a:rPr lang="en-US" sz="3600" spc="245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Reduce energy/water consumption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460064"/>
            <a:ext cx="16738984" cy="11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30"/>
              </a:lnSpc>
            </a:pP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Project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Aim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and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Objectives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1028700" y="4364640"/>
            <a:ext cx="7373572" cy="5030092"/>
          </a:xfrm>
          <a:custGeom>
            <a:avLst/>
            <a:gdLst/>
            <a:ahLst/>
            <a:cxnLst/>
            <a:rect l="l" t="t" r="r" b="b"/>
            <a:pathLst>
              <a:path w="7373572" h="5030092">
                <a:moveTo>
                  <a:pt x="0" y="0"/>
                </a:moveTo>
                <a:lnTo>
                  <a:pt x="7373572" y="0"/>
                </a:lnTo>
                <a:lnTo>
                  <a:pt x="7373572" y="5030091"/>
                </a:lnTo>
                <a:lnTo>
                  <a:pt x="0" y="5030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985" r="-1346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5243" y="2014776"/>
            <a:ext cx="9238682" cy="189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5"/>
              </a:lnSpc>
            </a:pPr>
            <a:r>
              <a:rPr lang="en-US" sz="75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System Design &amp;</a:t>
            </a:r>
          </a:p>
          <a:p>
            <a:pPr algn="ctr">
              <a:lnSpc>
                <a:spcPts val="7275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Methodology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363200" y="657135"/>
            <a:ext cx="9418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Hardware Requirements:-</a:t>
            </a:r>
          </a:p>
          <a:p>
            <a:endParaRPr lang="en-US" sz="3600" b="1" dirty="0" smtClean="0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63200" y="1257300"/>
            <a:ext cx="7315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Driver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Detecting Sensor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</a:t>
            </a:r>
          </a:p>
          <a:p>
            <a:pPr marL="342900" indent="-342900">
              <a:buFont typeface="+mj-lt"/>
              <a:buAutoNum type="arabicPeriod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63200" y="6879686"/>
            <a:ext cx="51308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S</a:t>
            </a:r>
            <a:r>
              <a:rPr lang="en-US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oftware Requirements:-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63200" y="7506446"/>
            <a:ext cx="3358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IDE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143000" y="1440803"/>
            <a:ext cx="16002000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30"/>
              </a:lnSpc>
            </a:pPr>
            <a:r>
              <a:rPr lang="en-US" sz="9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                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Expected 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67000" y="3086100"/>
            <a:ext cx="111252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6551" lvl="1" indent="-328275" algn="l">
              <a:buFont typeface="Arial"/>
              <a:buChar char="•"/>
            </a:pPr>
            <a:r>
              <a:rPr lang="en-US" sz="3600" spc="182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Efficient automatic deployment/retraction of shelter</a:t>
            </a:r>
          </a:p>
          <a:p>
            <a:pPr marL="656551" lvl="1" indent="-328275" algn="l">
              <a:buFont typeface="Arial"/>
              <a:buChar char="•"/>
            </a:pPr>
            <a:endParaRPr lang="en-US" sz="3600" spc="182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56551" lvl="1" indent="-328275" algn="l">
              <a:buFont typeface="Arial"/>
              <a:buChar char="•"/>
            </a:pPr>
            <a:r>
              <a:rPr lang="en-US" sz="3600" spc="182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Reduced user intervention</a:t>
            </a:r>
          </a:p>
          <a:p>
            <a:pPr marL="656551" lvl="1" indent="-328275" algn="l">
              <a:buFont typeface="Arial"/>
              <a:buChar char="•"/>
            </a:pPr>
            <a:endParaRPr lang="en-US" sz="3600" spc="182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56551" lvl="1" indent="-328275" algn="l">
              <a:buFont typeface="Arial"/>
              <a:buChar char="•"/>
            </a:pPr>
            <a:r>
              <a:rPr lang="en-US" sz="3600" spc="182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Enhanced safety and convenience</a:t>
            </a:r>
          </a:p>
          <a:p>
            <a:pPr marL="656551" lvl="1" indent="-328275" algn="l">
              <a:buFont typeface="Arial"/>
              <a:buChar char="•"/>
            </a:pPr>
            <a:endParaRPr lang="en-US" sz="3600" spc="182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56551" lvl="1" indent="-328275" algn="l">
              <a:buFont typeface="Arial"/>
              <a:buChar char="•"/>
            </a:pPr>
            <a:r>
              <a:rPr lang="en-US" sz="3600" spc="182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Energy/water savings</a:t>
            </a:r>
          </a:p>
          <a:p>
            <a:pPr marL="656551" lvl="1" indent="-328275" algn="l">
              <a:buFont typeface="Arial"/>
              <a:buChar char="•"/>
            </a:pPr>
            <a:endParaRPr lang="en-US" sz="3600" spc="182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656551" lvl="1" indent="-328275" algn="l">
              <a:buFont typeface="Arial"/>
              <a:buChar char="•"/>
            </a:pPr>
            <a:r>
              <a:rPr lang="en-US" sz="3600" spc="182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Reliable operation in various weather conditions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90600" y="647343"/>
            <a:ext cx="16764000" cy="1143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46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Applications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0812" y="2181640"/>
            <a:ext cx="14734731" cy="7576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r>
              <a:rPr lang="en-US" sz="3600" spc="24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Automatic Roof for Crop</a:t>
            </a: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endParaRPr lang="en-US" sz="3600" spc="24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r>
              <a:rPr lang="en-US" sz="3600" spc="24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Sports (Stadiums)</a:t>
            </a:r>
            <a:endParaRPr lang="en-US" sz="3600" spc="24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endParaRPr lang="en-US" sz="3600" spc="24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r>
              <a:rPr lang="en-US" sz="3600" spc="24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Parked Car at Remote Stations</a:t>
            </a: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endParaRPr lang="en-US" sz="3600" spc="24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r>
              <a:rPr lang="en-US" sz="3600" spc="24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Outdoor Events</a:t>
            </a: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endParaRPr lang="en-US" sz="3600" spc="24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r>
              <a:rPr lang="en-US" sz="3600" spc="24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Residential areas(backyards/patios)</a:t>
            </a: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endParaRPr lang="en-US" sz="3600" spc="24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866380" lvl="1" indent="-433190" algn="just">
              <a:lnSpc>
                <a:spcPts val="5417"/>
              </a:lnSpc>
              <a:buFont typeface="Arial"/>
              <a:buChar char="•"/>
            </a:pPr>
            <a:r>
              <a:rPr lang="en-US" sz="3600" spc="24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</a:t>
            </a:r>
            <a:r>
              <a:rPr lang="en-US" sz="3600" spc="240" dirty="0" smtClean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ublic Parks and Recreation Areas</a:t>
            </a:r>
            <a:endParaRPr lang="en-US" sz="3600" spc="24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238250"/>
            <a:ext cx="14228492" cy="11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6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86576" y="3079595"/>
            <a:ext cx="14276181" cy="49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With various applications in outdoor seating areas, public transportation, residential and commercial spaces, this system has the potential to improve daily life and mitigate the inconveniences of sudden rain.</a:t>
            </a: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Future Scope: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1. Integration with smart city infrastructure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2. Expansion to other weather conditions (e.g., sun, wind)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3. Incorporating solar panels for sustainable energy</a:t>
            </a:r>
          </a:p>
          <a:p>
            <a:pPr algn="just"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4. Developing mobile app controls for user customization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00200" y="800100"/>
            <a:ext cx="15925800" cy="10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                                Reference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3541" y="2348865"/>
            <a:ext cx="16539244" cy="534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6"/>
              </a:lnSpc>
              <a:spcBef>
                <a:spcPct val="0"/>
              </a:spcBef>
            </a:pPr>
            <a:r>
              <a:rPr lang="en-US" sz="2532" b="1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T.JaswanthYadav, E. Naga Harini B. Manoj Shankar(2023) BY IEEE Contribution:-the automatic roof for crop this taskseems to be to protect the seedlings against unusual rain (link: https://ieeexplore.ieee.org/document/10150139) </a:t>
            </a:r>
          </a:p>
          <a:p>
            <a:pPr algn="just">
              <a:lnSpc>
                <a:spcPts val="3546"/>
              </a:lnSpc>
              <a:spcBef>
                <a:spcPct val="0"/>
              </a:spcBef>
            </a:pPr>
            <a:endParaRPr lang="en-US" sz="2532" b="1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  <a:p>
            <a:pPr algn="just">
              <a:lnSpc>
                <a:spcPts val="3546"/>
              </a:lnSpc>
              <a:spcBef>
                <a:spcPct val="0"/>
              </a:spcBef>
            </a:pPr>
            <a:r>
              <a:rPr lang="en-US" sz="2532" b="1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Kirti Masown, Rajesh Mehra (2019) BY IEEE Contribution:-the Protection Covers for Parked Car covers from distant areas to provide protection to car from rain (link:-https://ieeexplore.ieee.org/document/8988500)</a:t>
            </a:r>
          </a:p>
          <a:p>
            <a:pPr algn="just">
              <a:lnSpc>
                <a:spcPts val="3546"/>
              </a:lnSpc>
              <a:spcBef>
                <a:spcPct val="0"/>
              </a:spcBef>
            </a:pPr>
            <a:endParaRPr lang="en-US" sz="2532" b="1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  <a:p>
            <a:pPr algn="just">
              <a:lnSpc>
                <a:spcPts val="3546"/>
              </a:lnSpc>
              <a:spcBef>
                <a:spcPct val="0"/>
              </a:spcBef>
            </a:pPr>
            <a:r>
              <a:rPr lang="en-US" sz="2532" b="1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Published in: 2021 6th International Conference on Intelligent Computing and Signal Processing (ICSP) Date of Conference: 09-11 April 2021 Date Added to IEEE Xplore: 26 April 2021 Author :- Li Ru, Zhai Shu-ying </a:t>
            </a:r>
          </a:p>
          <a:p>
            <a:pPr algn="just">
              <a:lnSpc>
                <a:spcPts val="3546"/>
              </a:lnSpc>
              <a:spcBef>
                <a:spcPct val="0"/>
              </a:spcBef>
            </a:pPr>
            <a:endParaRPr lang="en-US" sz="2532" b="1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  <a:p>
            <a:pPr algn="just">
              <a:lnSpc>
                <a:spcPts val="3546"/>
              </a:lnSpc>
              <a:spcBef>
                <a:spcPct val="0"/>
              </a:spcBef>
            </a:pPr>
            <a:r>
              <a:rPr lang="en-US" sz="2532" b="1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Published in: 2021 International Conference on Artificial Intelligence, Big Data, Computing and Data Communication Systems (icABCD) Date of Conference: 05-06 August 2021 Date Added to IEEE Xplore: 30 August 2021 Author:-Malusi Sibiya, Bernardus C.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580</Words>
  <Application>Microsoft Office PowerPoint</Application>
  <PresentationFormat>Custom</PresentationFormat>
  <Paragraphs>101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DM Sans</vt:lpstr>
      <vt:lpstr>Cormorant Garamond Bold Italics</vt:lpstr>
      <vt:lpstr>Calibri</vt:lpstr>
      <vt:lpstr>DM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RAIN SHELTER</dc:title>
  <dc:creator>Narasimha Murthy B</dc:creator>
  <cp:lastModifiedBy>Microsoft account</cp:lastModifiedBy>
  <cp:revision>17</cp:revision>
  <dcterms:created xsi:type="dcterms:W3CDTF">2006-08-16T00:00:00Z</dcterms:created>
  <dcterms:modified xsi:type="dcterms:W3CDTF">2025-09-27T19:26:22Z</dcterms:modified>
  <dc:identifier>DAGUNLosqIY</dc:identifier>
</cp:coreProperties>
</file>